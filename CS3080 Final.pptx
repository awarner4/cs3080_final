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36E98E-522A-4989-A834-AA3613EE54C4}" v="5" dt="2026-08-02T00:55:55.6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m W" userId="427ef1201f906ad2" providerId="LiveId" clId="{11C47B52-2D5E-4772-B71B-60A70D73BEEE}"/>
    <pc:docChg chg="undo custSel addSld delSld modSld sldOrd">
      <pc:chgData name="Adam W" userId="427ef1201f906ad2" providerId="LiveId" clId="{11C47B52-2D5E-4772-B71B-60A70D73BEEE}" dt="2026-08-02T01:14:50.561" v="3191" actId="732"/>
      <pc:docMkLst>
        <pc:docMk/>
      </pc:docMkLst>
      <pc:sldChg chg="addSp delSp modSp mod">
        <pc:chgData name="Adam W" userId="427ef1201f906ad2" providerId="LiveId" clId="{11C47B52-2D5E-4772-B71B-60A70D73BEEE}" dt="2026-08-02T01:14:14.257" v="3183" actId="732"/>
        <pc:sldMkLst>
          <pc:docMk/>
          <pc:sldMk cId="385281120" sldId="257"/>
        </pc:sldMkLst>
        <pc:spChg chg="mod">
          <ac:chgData name="Adam W" userId="427ef1201f906ad2" providerId="LiveId" clId="{11C47B52-2D5E-4772-B71B-60A70D73BEEE}" dt="2026-08-02T00:41:40.851" v="927" actId="1076"/>
          <ac:spMkLst>
            <pc:docMk/>
            <pc:sldMk cId="385281120" sldId="257"/>
            <ac:spMk id="2" creationId="{410194FE-6F17-83E5-7535-165E787AE8BE}"/>
          </ac:spMkLst>
        </pc:spChg>
        <pc:spChg chg="mod">
          <ac:chgData name="Adam W" userId="427ef1201f906ad2" providerId="LiveId" clId="{11C47B52-2D5E-4772-B71B-60A70D73BEEE}" dt="2026-08-02T00:55:25.608" v="1912" actId="20577"/>
          <ac:spMkLst>
            <pc:docMk/>
            <pc:sldMk cId="385281120" sldId="257"/>
            <ac:spMk id="4" creationId="{319241FB-4104-A47D-C346-4EF7BAC23630}"/>
          </ac:spMkLst>
        </pc:spChg>
        <pc:picChg chg="add mod modCrop">
          <ac:chgData name="Adam W" userId="427ef1201f906ad2" providerId="LiveId" clId="{11C47B52-2D5E-4772-B71B-60A70D73BEEE}" dt="2026-08-02T01:14:14.257" v="3183" actId="732"/>
          <ac:picMkLst>
            <pc:docMk/>
            <pc:sldMk cId="385281120" sldId="257"/>
            <ac:picMk id="9" creationId="{20675944-BEDE-617F-6065-1A80DEA276BC}"/>
          </ac:picMkLst>
        </pc:picChg>
        <pc:picChg chg="add del mod">
          <ac:chgData name="Adam W" userId="427ef1201f906ad2" providerId="LiveId" clId="{11C47B52-2D5E-4772-B71B-60A70D73BEEE}" dt="2026-08-02T01:14:13.845" v="3182" actId="931"/>
          <ac:picMkLst>
            <pc:docMk/>
            <pc:sldMk cId="385281120" sldId="257"/>
            <ac:picMk id="11" creationId="{7E43BF75-D51B-B6F0-DC38-E66F85A824A8}"/>
          </ac:picMkLst>
        </pc:picChg>
      </pc:sldChg>
      <pc:sldChg chg="addSp delSp modSp new mod">
        <pc:chgData name="Adam W" userId="427ef1201f906ad2" providerId="LiveId" clId="{11C47B52-2D5E-4772-B71B-60A70D73BEEE}" dt="2026-08-02T01:14:50.561" v="3191" actId="732"/>
        <pc:sldMkLst>
          <pc:docMk/>
          <pc:sldMk cId="1297590001" sldId="258"/>
        </pc:sldMkLst>
        <pc:spChg chg="del">
          <ac:chgData name="Adam W" userId="427ef1201f906ad2" providerId="LiveId" clId="{11C47B52-2D5E-4772-B71B-60A70D73BEEE}" dt="2026-08-02T00:55:53.060" v="1913" actId="478"/>
          <ac:spMkLst>
            <pc:docMk/>
            <pc:sldMk cId="1297590001" sldId="258"/>
            <ac:spMk id="2" creationId="{5CDA9756-964A-5FB3-C66A-01FEED1C258A}"/>
          </ac:spMkLst>
        </pc:spChg>
        <pc:spChg chg="del">
          <ac:chgData name="Adam W" userId="427ef1201f906ad2" providerId="LiveId" clId="{11C47B52-2D5E-4772-B71B-60A70D73BEEE}" dt="2026-08-02T01:12:26.779" v="3160" actId="931"/>
          <ac:spMkLst>
            <pc:docMk/>
            <pc:sldMk cId="1297590001" sldId="258"/>
            <ac:spMk id="3" creationId="{5428974F-49AA-DEC7-A8E7-A5D2B275B793}"/>
          </ac:spMkLst>
        </pc:spChg>
        <pc:spChg chg="del">
          <ac:chgData name="Adam W" userId="427ef1201f906ad2" providerId="LiveId" clId="{11C47B52-2D5E-4772-B71B-60A70D73BEEE}" dt="2026-08-02T00:55:55.656" v="1914"/>
          <ac:spMkLst>
            <pc:docMk/>
            <pc:sldMk cId="1297590001" sldId="258"/>
            <ac:spMk id="4" creationId="{AC43F20A-5348-E42A-BF41-314804A5E3A2}"/>
          </ac:spMkLst>
        </pc:spChg>
        <pc:spChg chg="add mod">
          <ac:chgData name="Adam W" userId="427ef1201f906ad2" providerId="LiveId" clId="{11C47B52-2D5E-4772-B71B-60A70D73BEEE}" dt="2026-08-02T01:12:58.951" v="3165" actId="1076"/>
          <ac:spMkLst>
            <pc:docMk/>
            <pc:sldMk cId="1297590001" sldId="258"/>
            <ac:spMk id="5" creationId="{3CE0D45F-95DF-3F58-279C-2979F180659C}"/>
          </ac:spMkLst>
        </pc:spChg>
        <pc:spChg chg="add del mod">
          <ac:chgData name="Adam W" userId="427ef1201f906ad2" providerId="LiveId" clId="{11C47B52-2D5E-4772-B71B-60A70D73BEEE}" dt="2026-08-02T01:12:34.253" v="3162" actId="478"/>
          <ac:spMkLst>
            <pc:docMk/>
            <pc:sldMk cId="1297590001" sldId="258"/>
            <ac:spMk id="9" creationId="{7E9D1910-87B3-BF13-270F-542FDD4E1EBC}"/>
          </ac:spMkLst>
        </pc:spChg>
        <pc:picChg chg="add del mod ord">
          <ac:chgData name="Adam W" userId="427ef1201f906ad2" providerId="LiveId" clId="{11C47B52-2D5E-4772-B71B-60A70D73BEEE}" dt="2026-08-02T01:12:31.773" v="3161" actId="478"/>
          <ac:picMkLst>
            <pc:docMk/>
            <pc:sldMk cId="1297590001" sldId="258"/>
            <ac:picMk id="7" creationId="{03CB48ED-B0DE-60A9-3EA3-1B122EF33209}"/>
          </ac:picMkLst>
        </pc:picChg>
        <pc:picChg chg="add mod modCrop">
          <ac:chgData name="Adam W" userId="427ef1201f906ad2" providerId="LiveId" clId="{11C47B52-2D5E-4772-B71B-60A70D73BEEE}" dt="2026-08-02T01:14:50.561" v="3191" actId="732"/>
          <ac:picMkLst>
            <pc:docMk/>
            <pc:sldMk cId="1297590001" sldId="258"/>
            <ac:picMk id="11" creationId="{D7550590-5487-2676-58BD-F0755C83A9D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4CE7B0-A927-4FDC-B06B-46FD56720783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6B176F-9414-48C7-BFB7-D899B9F39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466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B176F-9414-48C7-BFB7-D899B9F3909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377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60B24-7460-4B0A-9405-4AEE4427B725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B81E6-1118-4FA1-9F7F-EF62AB856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441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60B24-7460-4B0A-9405-4AEE4427B725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B81E6-1118-4FA1-9F7F-EF62AB856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750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60B24-7460-4B0A-9405-4AEE4427B725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B81E6-1118-4FA1-9F7F-EF62AB856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000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60B24-7460-4B0A-9405-4AEE4427B725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B81E6-1118-4FA1-9F7F-EF62AB856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38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60B24-7460-4B0A-9405-4AEE4427B725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B81E6-1118-4FA1-9F7F-EF62AB856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958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60B24-7460-4B0A-9405-4AEE4427B725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B81E6-1118-4FA1-9F7F-EF62AB856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01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60B24-7460-4B0A-9405-4AEE4427B725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B81E6-1118-4FA1-9F7F-EF62AB856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791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60B24-7460-4B0A-9405-4AEE4427B725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B81E6-1118-4FA1-9F7F-EF62AB856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22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60B24-7460-4B0A-9405-4AEE4427B725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B81E6-1118-4FA1-9F7F-EF62AB856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914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60B24-7460-4B0A-9405-4AEE4427B725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B81E6-1118-4FA1-9F7F-EF62AB856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722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60B24-7460-4B0A-9405-4AEE4427B725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B81E6-1118-4FA1-9F7F-EF62AB856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161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40000"/>
                <a:lumOff val="60000"/>
              </a:schemeClr>
            </a:gs>
            <a:gs pos="46000">
              <a:schemeClr val="accent1">
                <a:lumMod val="95000"/>
                <a:lumOff val="5000"/>
              </a:schemeClr>
            </a:gs>
            <a:gs pos="100000">
              <a:schemeClr val="accent1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D60B24-7460-4B0A-9405-4AEE4427B725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3B81E6-1118-4FA1-9F7F-EF62AB856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701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194FE-6F17-83E5-7535-165E787AE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121" y="702734"/>
            <a:ext cx="3932237" cy="1016000"/>
          </a:xfrm>
        </p:spPr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CS3080 Final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Simple Speech-to-Text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241FB-4104-A47D-C346-4EF7BAC236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5121" y="2121350"/>
            <a:ext cx="3932237" cy="451651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Function: Take either pre-recorded or live audio input and output a plain text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bg2"/>
                </a:solidFill>
              </a:rPr>
              <a:t>AudioTranscriber</a:t>
            </a:r>
            <a:endParaRPr lang="en-US" sz="1800" dirty="0">
              <a:solidFill>
                <a:schemeClr val="bg2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Implements all transcription functionality</a:t>
            </a: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Packages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2"/>
                </a:solidFill>
              </a:rPr>
              <a:t>SpeechRecognition</a:t>
            </a:r>
            <a:r>
              <a:rPr lang="en-US" sz="1600" dirty="0">
                <a:solidFill>
                  <a:schemeClr val="bg2"/>
                </a:solidFill>
              </a:rPr>
              <a:t>: recognize() function uses Google Web Speech API to transcribe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2"/>
                </a:solidFill>
              </a:rPr>
              <a:t>DeepMultilingualPunctuation</a:t>
            </a:r>
            <a:r>
              <a:rPr lang="en-US" sz="1600" dirty="0">
                <a:solidFill>
                  <a:schemeClr val="bg2"/>
                </a:solidFill>
              </a:rPr>
              <a:t>: restores punctuation using transformer model to predict punctuation after each word</a:t>
            </a:r>
            <a:endParaRPr lang="en-US" sz="1800" dirty="0">
              <a:solidFill>
                <a:schemeClr val="bg2"/>
              </a:solidFill>
            </a:endParaRPr>
          </a:p>
        </p:txBody>
      </p:sp>
      <p:pic>
        <p:nvPicPr>
          <p:cNvPr id="9" name="Picture 8" descr="The image shows a snippet of Python code from a text editor, specifically the `main.py` file within a project called `tests_speechrecognition`. It contains a class `AudioTranscriber` with methods for transcribing audio to text and restoring punctuation.&#10;&#10;AI-generated content may be incorrect.">
            <a:extLst>
              <a:ext uri="{FF2B5EF4-FFF2-40B4-BE49-F238E27FC236}">
                <a16:creationId xmlns:a16="http://schemas.microsoft.com/office/drawing/2014/main" id="{20675944-BEDE-617F-6065-1A80DEA276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04"/>
          <a:stretch>
            <a:fillRect/>
          </a:stretch>
        </p:blipFill>
        <p:spPr>
          <a:xfrm>
            <a:off x="5361862" y="0"/>
            <a:ext cx="68301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81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CE0D45F-95DF-3F58-279C-2979F18065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3588" y="951706"/>
            <a:ext cx="3932237" cy="495458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Main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User chooses between file or microphone transcription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File transcription: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Prompts user for a file path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Loads audio using </a:t>
            </a:r>
            <a:r>
              <a:rPr lang="en-US" sz="1400" dirty="0" err="1">
                <a:solidFill>
                  <a:schemeClr val="bg2"/>
                </a:solidFill>
              </a:rPr>
              <a:t>AudioFile</a:t>
            </a:r>
            <a:endParaRPr lang="en-US" sz="1400" dirty="0">
              <a:solidFill>
                <a:schemeClr val="bg2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Sends audio Google Web Speech API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Restores punctuation before writing to transcript.txt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Microphone Transcription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Live audio captured using Microphone()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Ambient noise, pause and non-speaking thresholds to capture better input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Audio recorded with a timeout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Sent to Google Web STT, then output punctuation restored before writing to transcript.txt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2"/>
              </a:solidFill>
            </a:endParaRPr>
          </a:p>
        </p:txBody>
      </p:sp>
      <p:pic>
        <p:nvPicPr>
          <p:cNvPr id="11" name="Picture 10" descr="A Python code snippet demonstrating audio file transcription using Google's speech recognition API, including functions for transcribing from file and microphone input, with text restoration and file output.&#10;&#10;AI-generated content may be incorrect.">
            <a:extLst>
              <a:ext uri="{FF2B5EF4-FFF2-40B4-BE49-F238E27FC236}">
                <a16:creationId xmlns:a16="http://schemas.microsoft.com/office/drawing/2014/main" id="{D7550590-5487-2676-58BD-F0755C83A9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590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1709</TotalTime>
  <Words>127</Words>
  <Application>Microsoft Office PowerPoint</Application>
  <PresentationFormat>Widescreen</PresentationFormat>
  <Paragraphs>20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Office 2013 - 2022 Theme</vt:lpstr>
      <vt:lpstr>CS3080 Final Simple Speech-to-Text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W</dc:creator>
  <cp:lastModifiedBy>Adam W</cp:lastModifiedBy>
  <cp:revision>1</cp:revision>
  <dcterms:created xsi:type="dcterms:W3CDTF">2026-07-31T20:17:54Z</dcterms:created>
  <dcterms:modified xsi:type="dcterms:W3CDTF">2026-08-02T01:14:56Z</dcterms:modified>
</cp:coreProperties>
</file>